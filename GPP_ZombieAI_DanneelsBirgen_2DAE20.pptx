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11"/>
  </p:notes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5BC55-8EFF-45EE-A5D6-2CD8DEC46D15}" type="datetimeFigureOut">
              <a:rPr lang="nl-BE" smtClean="0"/>
              <a:t>7/06/2026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A97FE-9902-4D41-AC61-C0741E53A242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77133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97FE-9902-4D41-AC61-C0741E53A242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9424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A97FE-9902-4D41-AC61-C0741E53A242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54849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60338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09086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3563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6820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35724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8070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07889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8641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08759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579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6025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6634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668256" cy="4041648"/>
          </a:xfrm>
        </p:spPr>
        <p:txBody>
          <a:bodyPr/>
          <a:lstStyle/>
          <a:p>
            <a:r>
              <a:rPr lang="en-US" dirty="0"/>
              <a:t>GPP Exam: Zombie AI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Birgen Danneels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-429768"/>
            <a:ext cx="9692640" cy="1325562"/>
          </a:xfrm>
        </p:spPr>
        <p:txBody>
          <a:bodyPr/>
          <a:lstStyle/>
          <a:p>
            <a:r>
              <a:rPr lang="en-US" dirty="0"/>
              <a:t>Decision Making</a:t>
            </a:r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A1560-0974-D881-A307-B3F908BBA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40" y="968946"/>
            <a:ext cx="10606080" cy="512017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58418C-FC8D-5EA2-F96D-02C673034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handling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 err="1"/>
              <a:t>Remembered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5 </a:t>
            </a:r>
            <a:r>
              <a:rPr lang="nl-BE" dirty="0" err="1"/>
              <a:t>seconds</a:t>
            </a:r>
            <a:r>
              <a:rPr lang="nl-BE" dirty="0"/>
              <a:t> + checks flank</a:t>
            </a:r>
          </a:p>
          <a:p>
            <a:r>
              <a:rPr lang="nl-BE" dirty="0"/>
              <a:t>Service updates </a:t>
            </a:r>
            <a:r>
              <a:rPr lang="nl-BE" dirty="0" err="1"/>
              <a:t>flee</a:t>
            </a:r>
            <a:r>
              <a:rPr lang="nl-BE" dirty="0"/>
              <a:t> state</a:t>
            </a:r>
          </a:p>
          <a:p>
            <a:r>
              <a:rPr lang="nl-BE" dirty="0"/>
              <a:t>Service </a:t>
            </a:r>
            <a:r>
              <a:rPr lang="nl-BE" dirty="0" err="1"/>
              <a:t>selects</a:t>
            </a:r>
            <a:r>
              <a:rPr lang="nl-BE" dirty="0"/>
              <a:t> </a:t>
            </a:r>
            <a:r>
              <a:rPr lang="nl-BE" dirty="0" err="1"/>
              <a:t>weapon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 target </a:t>
            </a:r>
            <a:r>
              <a:rPr lang="nl-BE" dirty="0" err="1"/>
              <a:t>enemy</a:t>
            </a:r>
            <a:endParaRPr lang="nl-BE" dirty="0"/>
          </a:p>
          <a:p>
            <a:r>
              <a:rPr lang="nl-BE" dirty="0" err="1"/>
              <a:t>If</a:t>
            </a:r>
            <a:r>
              <a:rPr lang="nl-BE" dirty="0"/>
              <a:t> </a:t>
            </a:r>
            <a:r>
              <a:rPr lang="nl-BE" dirty="0" err="1"/>
              <a:t>enemies</a:t>
            </a:r>
            <a:r>
              <a:rPr lang="nl-BE" dirty="0"/>
              <a:t> close -&gt; walk/sprint </a:t>
            </a:r>
            <a:r>
              <a:rPr lang="nl-BE" dirty="0" err="1"/>
              <a:t>away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shoot</a:t>
            </a:r>
            <a:endParaRPr lang="nl-BE" dirty="0"/>
          </a:p>
          <a:p>
            <a:r>
              <a:rPr lang="nl-BE" dirty="0" err="1"/>
              <a:t>Flee</a:t>
            </a:r>
            <a:r>
              <a:rPr lang="nl-BE" dirty="0"/>
              <a:t> </a:t>
            </a:r>
            <a:r>
              <a:rPr lang="nl-BE" dirty="0" err="1"/>
              <a:t>location</a:t>
            </a:r>
            <a:r>
              <a:rPr lang="nl-BE" dirty="0"/>
              <a:t> </a:t>
            </a:r>
            <a:r>
              <a:rPr lang="nl-BE" dirty="0" err="1"/>
              <a:t>decided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EQS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E9C8C5-783D-A9A6-1AD9-051B1496E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318" y="3556334"/>
            <a:ext cx="5423194" cy="323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 err="1"/>
              <a:t>Remembers</a:t>
            </a:r>
            <a:r>
              <a:rPr lang="nl-BE" dirty="0"/>
              <a:t> </a:t>
            </a:r>
            <a:r>
              <a:rPr lang="nl-BE" dirty="0" err="1"/>
              <a:t>previously</a:t>
            </a:r>
            <a:r>
              <a:rPr lang="nl-BE" dirty="0"/>
              <a:t> </a:t>
            </a:r>
            <a:r>
              <a:rPr lang="nl-BE" dirty="0" err="1"/>
              <a:t>seen</a:t>
            </a:r>
            <a:r>
              <a:rPr lang="nl-BE" dirty="0"/>
              <a:t> loot</a:t>
            </a:r>
          </a:p>
          <a:p>
            <a:r>
              <a:rPr lang="nl-BE" dirty="0"/>
              <a:t>Service </a:t>
            </a:r>
            <a:r>
              <a:rPr lang="nl-BE" dirty="0" err="1"/>
              <a:t>evaluates</a:t>
            </a:r>
            <a:r>
              <a:rPr lang="nl-BE" dirty="0"/>
              <a:t> </a:t>
            </a:r>
            <a:r>
              <a:rPr lang="nl-BE" dirty="0" err="1"/>
              <a:t>needed</a:t>
            </a:r>
            <a:r>
              <a:rPr lang="nl-BE" dirty="0"/>
              <a:t> items</a:t>
            </a:r>
          </a:p>
          <a:p>
            <a:r>
              <a:rPr lang="nl-BE" dirty="0"/>
              <a:t>Pick up </a:t>
            </a:r>
            <a:r>
              <a:rPr lang="nl-BE" dirty="0" err="1"/>
              <a:t>closest</a:t>
            </a:r>
            <a:r>
              <a:rPr lang="nl-BE" dirty="0"/>
              <a:t> </a:t>
            </a:r>
            <a:r>
              <a:rPr lang="nl-BE" dirty="0" err="1"/>
              <a:t>needed</a:t>
            </a:r>
            <a:r>
              <a:rPr lang="nl-BE" dirty="0"/>
              <a:t> item</a:t>
            </a:r>
          </a:p>
          <a:p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discard</a:t>
            </a:r>
            <a:r>
              <a:rPr lang="nl-BE" dirty="0"/>
              <a:t> </a:t>
            </a:r>
            <a:r>
              <a:rPr lang="nl-BE" dirty="0" err="1"/>
              <a:t>garbage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3074F-B30F-541C-7A70-20E3F774D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744" y="3073618"/>
            <a:ext cx="6077551" cy="341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>
            <a:normAutofit/>
          </a:bodyPr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560106"/>
            <a:ext cx="4954920" cy="3724805"/>
          </a:xfrm>
        </p:spPr>
        <p:txBody>
          <a:bodyPr>
            <a:normAutofit/>
          </a:bodyPr>
          <a:lstStyle/>
          <a:p>
            <a:r>
              <a:rPr lang="nl-BE" dirty="0"/>
              <a:t>3 </a:t>
            </a:r>
            <a:r>
              <a:rPr lang="nl-BE" dirty="0" err="1"/>
              <a:t>specialized</a:t>
            </a:r>
            <a:r>
              <a:rPr lang="nl-BE" dirty="0"/>
              <a:t> EQS </a:t>
            </a:r>
            <a:r>
              <a:rPr lang="nl-BE" dirty="0" err="1"/>
              <a:t>queries</a:t>
            </a:r>
            <a:endParaRPr lang="nl-BE" dirty="0"/>
          </a:p>
          <a:p>
            <a:r>
              <a:rPr lang="nl-BE" dirty="0" err="1"/>
              <a:t>Path</a:t>
            </a:r>
            <a:r>
              <a:rPr lang="nl-BE" dirty="0"/>
              <a:t> </a:t>
            </a:r>
            <a:r>
              <a:rPr lang="nl-BE" dirty="0" err="1"/>
              <a:t>validation</a:t>
            </a:r>
            <a:endParaRPr lang="nl-BE" dirty="0"/>
          </a:p>
          <a:p>
            <a:r>
              <a:rPr lang="nl-BE" dirty="0"/>
              <a:t>Zombie-</a:t>
            </a:r>
            <a:r>
              <a:rPr lang="nl-BE" dirty="0" err="1"/>
              <a:t>aware</a:t>
            </a:r>
            <a:r>
              <a:rPr lang="nl-BE" dirty="0"/>
              <a:t> </a:t>
            </a:r>
            <a:r>
              <a:rPr lang="nl-BE" dirty="0" err="1"/>
              <a:t>path</a:t>
            </a:r>
            <a:r>
              <a:rPr lang="nl-BE" dirty="0"/>
              <a:t> scoring</a:t>
            </a:r>
          </a:p>
          <a:p>
            <a:r>
              <a:rPr lang="nl-BE" dirty="0"/>
              <a:t>Purge zone </a:t>
            </a:r>
            <a:r>
              <a:rPr lang="nl-BE" dirty="0" err="1"/>
              <a:t>avoidance</a:t>
            </a:r>
            <a:endParaRPr lang="nl-BE" dirty="0"/>
          </a:p>
          <a:p>
            <a:r>
              <a:rPr lang="nl-BE" dirty="0"/>
              <a:t>Goal-</a:t>
            </a:r>
            <a:r>
              <a:rPr lang="nl-BE" dirty="0" err="1"/>
              <a:t>biased</a:t>
            </a:r>
            <a:r>
              <a:rPr lang="nl-BE" dirty="0"/>
              <a:t> </a:t>
            </a:r>
            <a:r>
              <a:rPr lang="nl-BE" dirty="0" err="1"/>
              <a:t>movement</a:t>
            </a:r>
            <a:endParaRPr lang="nl-BE" dirty="0"/>
          </a:p>
          <a:p>
            <a:r>
              <a:rPr lang="nl-BE" dirty="0"/>
              <a:t>Move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execution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07A2F3-2B0F-5F99-C380-6A15F18F3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747" y="640081"/>
            <a:ext cx="3184070" cy="26288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4DE3E4-20E2-A8F6-4FBF-39CC9089C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057" y="3589021"/>
            <a:ext cx="3201450" cy="262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31" y="640080"/>
            <a:ext cx="3690425" cy="1363344"/>
          </a:xfrm>
        </p:spPr>
        <p:txBody>
          <a:bodyPr>
            <a:normAutofit/>
          </a:bodyPr>
          <a:lstStyle/>
          <a:p>
            <a:r>
              <a:rPr lang="en-US" dirty="0"/>
              <a:t>Movement 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31" y="2325157"/>
            <a:ext cx="3690425" cy="3854979"/>
          </a:xfrm>
        </p:spPr>
        <p:txBody>
          <a:bodyPr>
            <a:normAutofit/>
          </a:bodyPr>
          <a:lstStyle/>
          <a:p>
            <a:r>
              <a:rPr lang="nl-BE" sz="1600" dirty="0" err="1"/>
              <a:t>Grid-based</a:t>
            </a:r>
            <a:r>
              <a:rPr lang="nl-BE" sz="1600" dirty="0"/>
              <a:t> frontier </a:t>
            </a:r>
            <a:r>
              <a:rPr lang="nl-BE" sz="1600" dirty="0" err="1"/>
              <a:t>exploration</a:t>
            </a:r>
            <a:endParaRPr lang="en-US" sz="1600" dirty="0"/>
          </a:p>
          <a:p>
            <a:r>
              <a:rPr lang="en-US" sz="1600" dirty="0"/>
              <a:t>Remembers all seen houses</a:t>
            </a:r>
          </a:p>
          <a:p>
            <a:r>
              <a:rPr lang="en-US" sz="1600" dirty="0"/>
              <a:t>Visits </a:t>
            </a:r>
            <a:r>
              <a:rPr lang="en-US" sz="1600"/>
              <a:t>houses when no needed item is in memory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E8A91-38DC-BDC7-4C29-E252D02E2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966136"/>
            <a:ext cx="6155736" cy="493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171</TotalTime>
  <Words>102</Words>
  <Application>Microsoft Office PowerPoint</Application>
  <PresentationFormat>Widescreen</PresentationFormat>
  <Paragraphs>27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Schoolbook</vt:lpstr>
      <vt:lpstr>Wingdings 2</vt:lpstr>
      <vt:lpstr>View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Birgen DANNEELS</cp:lastModifiedBy>
  <cp:revision>50</cp:revision>
  <dcterms:created xsi:type="dcterms:W3CDTF">2021-12-17T12:45:32Z</dcterms:created>
  <dcterms:modified xsi:type="dcterms:W3CDTF">2026-06-07T16:51:17Z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